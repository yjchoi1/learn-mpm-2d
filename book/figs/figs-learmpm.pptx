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EAA062-476F-4D87-9E5A-9A3545920EE5}" v="108" dt="2025-01-17T15:39:59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3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, Yong Jin" userId="41e04d73-be28-4e71-b25a-81d5af9e874b" providerId="ADAL" clId="{6FEAA062-476F-4D87-9E5A-9A3545920EE5}"/>
    <pc:docChg chg="undo custSel addSld modSld">
      <pc:chgData name="Choi, Yong Jin" userId="41e04d73-be28-4e71-b25a-81d5af9e874b" providerId="ADAL" clId="{6FEAA062-476F-4D87-9E5A-9A3545920EE5}" dt="2025-01-17T15:40:27.765" v="293" actId="692"/>
      <pc:docMkLst>
        <pc:docMk/>
      </pc:docMkLst>
      <pc:sldChg chg="addSp delSp modSp new mod">
        <pc:chgData name="Choi, Yong Jin" userId="41e04d73-be28-4e71-b25a-81d5af9e874b" providerId="ADAL" clId="{6FEAA062-476F-4D87-9E5A-9A3545920EE5}" dt="2025-01-17T15:40:27.765" v="293" actId="692"/>
        <pc:sldMkLst>
          <pc:docMk/>
          <pc:sldMk cId="868413118" sldId="256"/>
        </pc:sldMkLst>
        <pc:spChg chg="del">
          <ac:chgData name="Choi, Yong Jin" userId="41e04d73-be28-4e71-b25a-81d5af9e874b" providerId="ADAL" clId="{6FEAA062-476F-4D87-9E5A-9A3545920EE5}" dt="2025-01-17T15:11:19.192" v="1" actId="478"/>
          <ac:spMkLst>
            <pc:docMk/>
            <pc:sldMk cId="868413118" sldId="256"/>
            <ac:spMk id="2" creationId="{B4F65A75-BA11-7E1F-FE0E-111530DFDB19}"/>
          </ac:spMkLst>
        </pc:spChg>
        <pc:spChg chg="del">
          <ac:chgData name="Choi, Yong Jin" userId="41e04d73-be28-4e71-b25a-81d5af9e874b" providerId="ADAL" clId="{6FEAA062-476F-4D87-9E5A-9A3545920EE5}" dt="2025-01-17T15:11:19.993" v="2" actId="478"/>
          <ac:spMkLst>
            <pc:docMk/>
            <pc:sldMk cId="868413118" sldId="256"/>
            <ac:spMk id="3" creationId="{0E834243-488A-77EE-2F28-FACB793E3982}"/>
          </ac:spMkLst>
        </pc:spChg>
        <pc:spChg chg="add del">
          <ac:chgData name="Choi, Yong Jin" userId="41e04d73-be28-4e71-b25a-81d5af9e874b" providerId="ADAL" clId="{6FEAA062-476F-4D87-9E5A-9A3545920EE5}" dt="2025-01-17T15:27:02.400" v="36" actId="478"/>
          <ac:spMkLst>
            <pc:docMk/>
            <pc:sldMk cId="868413118" sldId="256"/>
            <ac:spMk id="11" creationId="{B23D38B5-C445-AB26-7E08-8CE7B5F4EB16}"/>
          </ac:spMkLst>
        </pc:spChg>
        <pc:spChg chg="add del">
          <ac:chgData name="Choi, Yong Jin" userId="41e04d73-be28-4e71-b25a-81d5af9e874b" providerId="ADAL" clId="{6FEAA062-476F-4D87-9E5A-9A3545920EE5}" dt="2025-01-17T15:27:15.946" v="38" actId="478"/>
          <ac:spMkLst>
            <pc:docMk/>
            <pc:sldMk cId="868413118" sldId="256"/>
            <ac:spMk id="12" creationId="{5D9564E9-6BFE-D52D-349F-1F65B222A4D1}"/>
          </ac:spMkLst>
        </pc:spChg>
        <pc:spChg chg="add mod">
          <ac:chgData name="Choi, Yong Jin" userId="41e04d73-be28-4e71-b25a-81d5af9e874b" providerId="ADAL" clId="{6FEAA062-476F-4D87-9E5A-9A3545920EE5}" dt="2025-01-17T15:28:09.152" v="47" actId="207"/>
          <ac:spMkLst>
            <pc:docMk/>
            <pc:sldMk cId="868413118" sldId="256"/>
            <ac:spMk id="13" creationId="{90E260F4-AA93-1FDA-E7F0-62FA16BCA1B3}"/>
          </ac:spMkLst>
        </pc:spChg>
        <pc:spChg chg="add mod">
          <ac:chgData name="Choi, Yong Jin" userId="41e04d73-be28-4e71-b25a-81d5af9e874b" providerId="ADAL" clId="{6FEAA062-476F-4D87-9E5A-9A3545920EE5}" dt="2025-01-17T15:36:59.741" v="216" actId="1076"/>
          <ac:spMkLst>
            <pc:docMk/>
            <pc:sldMk cId="868413118" sldId="256"/>
            <ac:spMk id="14" creationId="{E580612F-784E-F8EC-1E3B-4D5FE8CB1419}"/>
          </ac:spMkLst>
        </pc:spChg>
        <pc:spChg chg="add mod">
          <ac:chgData name="Choi, Yong Jin" userId="41e04d73-be28-4e71-b25a-81d5af9e874b" providerId="ADAL" clId="{6FEAA062-476F-4D87-9E5A-9A3545920EE5}" dt="2025-01-17T15:30:14.617" v="74" actId="1076"/>
          <ac:spMkLst>
            <pc:docMk/>
            <pc:sldMk cId="868413118" sldId="256"/>
            <ac:spMk id="15" creationId="{B815AFD7-F336-B9F9-2CB4-4B6899F5C109}"/>
          </ac:spMkLst>
        </pc:spChg>
        <pc:spChg chg="add del mod">
          <ac:chgData name="Choi, Yong Jin" userId="41e04d73-be28-4e71-b25a-81d5af9e874b" providerId="ADAL" clId="{6FEAA062-476F-4D87-9E5A-9A3545920EE5}" dt="2025-01-17T15:32:33.965" v="120" actId="478"/>
          <ac:spMkLst>
            <pc:docMk/>
            <pc:sldMk cId="868413118" sldId="256"/>
            <ac:spMk id="16" creationId="{D51CA906-A539-0948-9D83-3591C330338B}"/>
          </ac:spMkLst>
        </pc:spChg>
        <pc:spChg chg="add mod">
          <ac:chgData name="Choi, Yong Jin" userId="41e04d73-be28-4e71-b25a-81d5af9e874b" providerId="ADAL" clId="{6FEAA062-476F-4D87-9E5A-9A3545920EE5}" dt="2025-01-17T15:39:35.013" v="275" actId="6549"/>
          <ac:spMkLst>
            <pc:docMk/>
            <pc:sldMk cId="868413118" sldId="256"/>
            <ac:spMk id="17" creationId="{15CA9718-D336-A178-0566-1F9AEAF7B107}"/>
          </ac:spMkLst>
        </pc:spChg>
        <pc:spChg chg="add mod">
          <ac:chgData name="Choi, Yong Jin" userId="41e04d73-be28-4e71-b25a-81d5af9e874b" providerId="ADAL" clId="{6FEAA062-476F-4D87-9E5A-9A3545920EE5}" dt="2025-01-17T15:30:47.627" v="82" actId="1076"/>
          <ac:spMkLst>
            <pc:docMk/>
            <pc:sldMk cId="868413118" sldId="256"/>
            <ac:spMk id="18" creationId="{2A42BBC0-FDE6-1845-778D-4EBCDED31051}"/>
          </ac:spMkLst>
        </pc:spChg>
        <pc:spChg chg="add mod">
          <ac:chgData name="Choi, Yong Jin" userId="41e04d73-be28-4e71-b25a-81d5af9e874b" providerId="ADAL" clId="{6FEAA062-476F-4D87-9E5A-9A3545920EE5}" dt="2025-01-17T15:39:35.013" v="275" actId="6549"/>
          <ac:spMkLst>
            <pc:docMk/>
            <pc:sldMk cId="868413118" sldId="256"/>
            <ac:spMk id="19" creationId="{F6846E3F-DAE3-AA01-B577-F1D112EAFEBC}"/>
          </ac:spMkLst>
        </pc:spChg>
        <pc:spChg chg="add mod">
          <ac:chgData name="Choi, Yong Jin" userId="41e04d73-be28-4e71-b25a-81d5af9e874b" providerId="ADAL" clId="{6FEAA062-476F-4D87-9E5A-9A3545920EE5}" dt="2025-01-17T15:39:41.490" v="280" actId="1076"/>
          <ac:spMkLst>
            <pc:docMk/>
            <pc:sldMk cId="868413118" sldId="256"/>
            <ac:spMk id="27" creationId="{F3C6945F-507B-933C-6B53-2543E6F996D9}"/>
          </ac:spMkLst>
        </pc:spChg>
        <pc:spChg chg="add mod">
          <ac:chgData name="Choi, Yong Jin" userId="41e04d73-be28-4e71-b25a-81d5af9e874b" providerId="ADAL" clId="{6FEAA062-476F-4D87-9E5A-9A3545920EE5}" dt="2025-01-17T15:39:48.735" v="285" actId="114"/>
          <ac:spMkLst>
            <pc:docMk/>
            <pc:sldMk cId="868413118" sldId="256"/>
            <ac:spMk id="28" creationId="{677B6353-5849-B625-289D-E73FB124D1E4}"/>
          </ac:spMkLst>
        </pc:spChg>
        <pc:spChg chg="add del mod">
          <ac:chgData name="Choi, Yong Jin" userId="41e04d73-be28-4e71-b25a-81d5af9e874b" providerId="ADAL" clId="{6FEAA062-476F-4D87-9E5A-9A3545920EE5}" dt="2025-01-17T15:33:00.002" v="126" actId="478"/>
          <ac:spMkLst>
            <pc:docMk/>
            <pc:sldMk cId="868413118" sldId="256"/>
            <ac:spMk id="32" creationId="{2C823045-A6D3-21E0-001A-96AA7F525CF9}"/>
          </ac:spMkLst>
        </pc:spChg>
        <pc:spChg chg="add del mod">
          <ac:chgData name="Choi, Yong Jin" userId="41e04d73-be28-4e71-b25a-81d5af9e874b" providerId="ADAL" clId="{6FEAA062-476F-4D87-9E5A-9A3545920EE5}" dt="2025-01-17T15:33:16.694" v="130" actId="478"/>
          <ac:spMkLst>
            <pc:docMk/>
            <pc:sldMk cId="868413118" sldId="256"/>
            <ac:spMk id="33" creationId="{EEF8E465-DB21-7DD7-747F-8F8E39D1D2AB}"/>
          </ac:spMkLst>
        </pc:spChg>
        <pc:spChg chg="add mod">
          <ac:chgData name="Choi, Yong Jin" userId="41e04d73-be28-4e71-b25a-81d5af9e874b" providerId="ADAL" clId="{6FEAA062-476F-4D87-9E5A-9A3545920EE5}" dt="2025-01-17T15:37:10.042" v="222" actId="1076"/>
          <ac:spMkLst>
            <pc:docMk/>
            <pc:sldMk cId="868413118" sldId="256"/>
            <ac:spMk id="34" creationId="{CA9BB878-3376-0382-0229-105D9E872D50}"/>
          </ac:spMkLst>
        </pc:spChg>
        <pc:spChg chg="add mod">
          <ac:chgData name="Choi, Yong Jin" userId="41e04d73-be28-4e71-b25a-81d5af9e874b" providerId="ADAL" clId="{6FEAA062-476F-4D87-9E5A-9A3545920EE5}" dt="2025-01-17T15:39:35.013" v="275" actId="6549"/>
          <ac:spMkLst>
            <pc:docMk/>
            <pc:sldMk cId="868413118" sldId="256"/>
            <ac:spMk id="35" creationId="{B0855768-4E7B-4444-A4F5-353364859622}"/>
          </ac:spMkLst>
        </pc:spChg>
        <pc:spChg chg="add mod">
          <ac:chgData name="Choi, Yong Jin" userId="41e04d73-be28-4e71-b25a-81d5af9e874b" providerId="ADAL" clId="{6FEAA062-476F-4D87-9E5A-9A3545920EE5}" dt="2025-01-17T15:40:02.457" v="289" actId="1076"/>
          <ac:spMkLst>
            <pc:docMk/>
            <pc:sldMk cId="868413118" sldId="256"/>
            <ac:spMk id="36" creationId="{940D5D2A-0515-B6CE-DD03-BDB3FAA7D428}"/>
          </ac:spMkLst>
        </pc:spChg>
        <pc:spChg chg="add mod">
          <ac:chgData name="Choi, Yong Jin" userId="41e04d73-be28-4e71-b25a-81d5af9e874b" providerId="ADAL" clId="{6FEAA062-476F-4D87-9E5A-9A3545920EE5}" dt="2025-01-17T15:40:06.674" v="291" actId="1076"/>
          <ac:spMkLst>
            <pc:docMk/>
            <pc:sldMk cId="868413118" sldId="256"/>
            <ac:spMk id="37" creationId="{39790686-804A-DACA-7B6B-6DFF8F47593C}"/>
          </ac:spMkLst>
        </pc:spChg>
        <pc:spChg chg="add mod">
          <ac:chgData name="Choi, Yong Jin" userId="41e04d73-be28-4e71-b25a-81d5af9e874b" providerId="ADAL" clId="{6FEAA062-476F-4D87-9E5A-9A3545920EE5}" dt="2025-01-17T15:40:04.045" v="290" actId="1076"/>
          <ac:spMkLst>
            <pc:docMk/>
            <pc:sldMk cId="868413118" sldId="256"/>
            <ac:spMk id="39" creationId="{A32F465D-4AA5-0AE0-EC59-A511C8719393}"/>
          </ac:spMkLst>
        </pc:spChg>
        <pc:spChg chg="add mod">
          <ac:chgData name="Choi, Yong Jin" userId="41e04d73-be28-4e71-b25a-81d5af9e874b" providerId="ADAL" clId="{6FEAA062-476F-4D87-9E5A-9A3545920EE5}" dt="2025-01-17T15:40:06.674" v="291" actId="1076"/>
          <ac:spMkLst>
            <pc:docMk/>
            <pc:sldMk cId="868413118" sldId="256"/>
            <ac:spMk id="40" creationId="{1481A949-0C6C-60C5-CF32-77A28DFC5E15}"/>
          </ac:spMkLst>
        </pc:spChg>
        <pc:spChg chg="add mod">
          <ac:chgData name="Choi, Yong Jin" userId="41e04d73-be28-4e71-b25a-81d5af9e874b" providerId="ADAL" clId="{6FEAA062-476F-4D87-9E5A-9A3545920EE5}" dt="2025-01-17T15:39:54.218" v="286" actId="114"/>
          <ac:spMkLst>
            <pc:docMk/>
            <pc:sldMk cId="868413118" sldId="256"/>
            <ac:spMk id="47" creationId="{A8A95EB5-8580-4AC6-354C-87593DAE3C0F}"/>
          </ac:spMkLst>
        </pc:spChg>
        <pc:spChg chg="add mod">
          <ac:chgData name="Choi, Yong Jin" userId="41e04d73-be28-4e71-b25a-81d5af9e874b" providerId="ADAL" clId="{6FEAA062-476F-4D87-9E5A-9A3545920EE5}" dt="2025-01-17T15:39:59.072" v="288" actId="114"/>
          <ac:spMkLst>
            <pc:docMk/>
            <pc:sldMk cId="868413118" sldId="256"/>
            <ac:spMk id="48" creationId="{E3F7F724-DCB1-0150-8975-BC68D328D60F}"/>
          </ac:spMkLst>
        </pc:spChg>
        <pc:spChg chg="add mod">
          <ac:chgData name="Choi, Yong Jin" userId="41e04d73-be28-4e71-b25a-81d5af9e874b" providerId="ADAL" clId="{6FEAA062-476F-4D87-9E5A-9A3545920EE5}" dt="2025-01-17T15:39:56.579" v="287" actId="114"/>
          <ac:spMkLst>
            <pc:docMk/>
            <pc:sldMk cId="868413118" sldId="256"/>
            <ac:spMk id="49" creationId="{2856A45C-21D2-D0BD-20AB-ECFA4C4475FB}"/>
          </ac:spMkLst>
        </pc:spChg>
        <pc:spChg chg="add mod">
          <ac:chgData name="Choi, Yong Jin" userId="41e04d73-be28-4e71-b25a-81d5af9e874b" providerId="ADAL" clId="{6FEAA062-476F-4D87-9E5A-9A3545920EE5}" dt="2025-01-17T15:39:20.405" v="270" actId="1076"/>
          <ac:spMkLst>
            <pc:docMk/>
            <pc:sldMk cId="868413118" sldId="256"/>
            <ac:spMk id="51" creationId="{8B1C6AF5-3FE6-46B7-E8B9-172793CEC409}"/>
          </ac:spMkLst>
        </pc:spChg>
        <pc:picChg chg="add mod">
          <ac:chgData name="Choi, Yong Jin" userId="41e04d73-be28-4e71-b25a-81d5af9e874b" providerId="ADAL" clId="{6FEAA062-476F-4D87-9E5A-9A3545920EE5}" dt="2025-01-17T15:11:34.325" v="7" actId="1076"/>
          <ac:picMkLst>
            <pc:docMk/>
            <pc:sldMk cId="868413118" sldId="256"/>
            <ac:picMk id="1026" creationId="{8680CF1E-E058-5E83-D059-4875FE80204C}"/>
          </ac:picMkLst>
        </pc:picChg>
        <pc:cxnChg chg="add mod">
          <ac:chgData name="Choi, Yong Jin" userId="41e04d73-be28-4e71-b25a-81d5af9e874b" providerId="ADAL" clId="{6FEAA062-476F-4D87-9E5A-9A3545920EE5}" dt="2025-01-17T15:36:42.996" v="215" actId="14100"/>
          <ac:cxnSpMkLst>
            <pc:docMk/>
            <pc:sldMk cId="868413118" sldId="256"/>
            <ac:cxnSpMk id="5" creationId="{15DE6002-76B6-07C7-7EBC-78E106F85BB7}"/>
          </ac:cxnSpMkLst>
        </pc:cxnChg>
        <pc:cxnChg chg="add mod">
          <ac:chgData name="Choi, Yong Jin" userId="41e04d73-be28-4e71-b25a-81d5af9e874b" providerId="ADAL" clId="{6FEAA062-476F-4D87-9E5A-9A3545920EE5}" dt="2025-01-17T15:36:38.595" v="214" actId="14100"/>
          <ac:cxnSpMkLst>
            <pc:docMk/>
            <pc:sldMk cId="868413118" sldId="256"/>
            <ac:cxnSpMk id="7" creationId="{86607B2D-31CF-A622-B1EF-75E109EFCEC4}"/>
          </ac:cxnSpMkLst>
        </pc:cxnChg>
        <pc:cxnChg chg="add mod">
          <ac:chgData name="Choi, Yong Jin" userId="41e04d73-be28-4e71-b25a-81d5af9e874b" providerId="ADAL" clId="{6FEAA062-476F-4D87-9E5A-9A3545920EE5}" dt="2025-01-17T15:40:27.765" v="293" actId="692"/>
          <ac:cxnSpMkLst>
            <pc:docMk/>
            <pc:sldMk cId="868413118" sldId="256"/>
            <ac:cxnSpMk id="20" creationId="{64B3C3CC-778A-FE86-E702-7CB1F6E5ED25}"/>
          </ac:cxnSpMkLst>
        </pc:cxnChg>
        <pc:cxnChg chg="add mod">
          <ac:chgData name="Choi, Yong Jin" userId="41e04d73-be28-4e71-b25a-81d5af9e874b" providerId="ADAL" clId="{6FEAA062-476F-4D87-9E5A-9A3545920EE5}" dt="2025-01-17T15:40:27.765" v="293" actId="692"/>
          <ac:cxnSpMkLst>
            <pc:docMk/>
            <pc:sldMk cId="868413118" sldId="256"/>
            <ac:cxnSpMk id="23" creationId="{422653CD-8203-3F04-E0E5-338F271DAC0D}"/>
          </ac:cxnSpMkLst>
        </pc:cxnChg>
        <pc:cxnChg chg="add del mod">
          <ac:chgData name="Choi, Yong Jin" userId="41e04d73-be28-4e71-b25a-81d5af9e874b" providerId="ADAL" clId="{6FEAA062-476F-4D87-9E5A-9A3545920EE5}" dt="2025-01-17T15:32:45.203" v="123" actId="478"/>
          <ac:cxnSpMkLst>
            <pc:docMk/>
            <pc:sldMk cId="868413118" sldId="256"/>
            <ac:cxnSpMk id="30" creationId="{A0238855-F071-6A06-F8E9-BCECE968A33C}"/>
          </ac:cxnSpMkLst>
        </pc:cxnChg>
        <pc:cxnChg chg="add mod">
          <ac:chgData name="Choi, Yong Jin" userId="41e04d73-be28-4e71-b25a-81d5af9e874b" providerId="ADAL" clId="{6FEAA062-476F-4D87-9E5A-9A3545920EE5}" dt="2025-01-17T15:37:30.333" v="226" actId="14100"/>
          <ac:cxnSpMkLst>
            <pc:docMk/>
            <pc:sldMk cId="868413118" sldId="256"/>
            <ac:cxnSpMk id="44" creationId="{860C3434-677F-7C62-85F0-C47D1EDF315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9E80F-49E2-B148-DCFC-8E8EBA206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ABA1C-DD2A-949C-B5B0-B3E7B1CCB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AD542-5721-0D61-E46D-C88255A52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13CA-16D4-47F7-9D77-0D628DAF8B02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901CB-832F-DAB1-72C3-39FA6911F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D3291-9C9D-88AD-F1E9-63C0AB0C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86F7-4F96-4419-AA95-4E4B52FCB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6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056B-53AF-9371-BBA3-D43ABA3B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3B982-703C-5A84-AF4D-28D452B72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AAC5C-1FAE-49C6-A47A-ABF29ACC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13CA-16D4-47F7-9D77-0D628DAF8B02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826F4-3973-BEA1-51E3-74D32CFF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80FCF-8AD0-A0DC-9C58-1EC809DF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86F7-4F96-4419-AA95-4E4B52FCB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72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12DA-A3ED-0C9F-503D-F8D4D1674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84DB2-E43D-6963-8F55-CE0B1D0FE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58B60-4D22-354E-0CE3-4404E3B1C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13CA-16D4-47F7-9D77-0D628DAF8B02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F12EC-766F-9AEF-286D-BD2D557B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FC3AE-0A30-8542-EC8A-66D12BE46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86F7-4F96-4419-AA95-4E4B52FCB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2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8A9E9-3E64-C060-5318-853813A96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17D55-44DA-5081-F725-555C80380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85167-F926-90E5-D6E5-F07451375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6D399-3B97-5033-FE1F-13A5284D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13CA-16D4-47F7-9D77-0D628DAF8B02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68A79-1841-6B3D-28DB-A470F88AB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D4312-334D-9CA4-0BB1-140711DD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86F7-4F96-4419-AA95-4E4B52FCB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1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23E22-9BBE-36A9-4DE9-433D185C8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8B1A2-BD11-7F6A-0BCE-2E7942C0D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F0FA0-80B4-E7D0-D501-780528A4A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8305D-F434-33BE-528B-364D19BAB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48A63-25F1-1032-870B-F8735841B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B54CE-6606-342C-674C-65A096F5D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13CA-16D4-47F7-9D77-0D628DAF8B02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D5812-14CC-AE60-7618-11E98656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ECD11A-D0CC-BB9B-AA8C-FB83AE33B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86F7-4F96-4419-AA95-4E4B52FCB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42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B3D70-8AB7-8646-4AF6-45A2AE418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E30C39-5A22-3594-B651-0624BA299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13CA-16D4-47F7-9D77-0D628DAF8B02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F2D14A-7C39-CB60-4D70-428AFCF53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8E958-D74C-DA70-F817-D3B7FB46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86F7-4F96-4419-AA95-4E4B52FCB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6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58AF8F-2BB7-F2B3-DD94-F523D30E0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13CA-16D4-47F7-9D77-0D628DAF8B02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3A63C1-4FC9-6B31-0D3E-BEE164226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DB3C1-3312-1CBF-5608-344D8BBE7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86F7-4F96-4419-AA95-4E4B52FCB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04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365F-CD5C-DB2A-9776-4920A807E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D99E0-181A-21AA-6E9D-324D6B038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279F5-D8D9-5DE8-6362-06D9A1D16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80BF4-57BA-4057-1D6F-0D332503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13CA-16D4-47F7-9D77-0D628DAF8B02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0A15F-CA4C-5EAC-3939-70A5C18C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9535D-B79B-7CBA-4D3A-0534512F5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86F7-4F96-4419-AA95-4E4B52FCB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56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BFE35-149A-5C4E-3B82-656BD0D1E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0ACA73-B8B9-DF3A-733E-730CE6C99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AAD73-8F36-7825-BB88-6ED2F455E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2FE55-7FA9-D347-D97B-8BDD4FFD6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13CA-16D4-47F7-9D77-0D628DAF8B02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E9FE4-6F7C-88A5-50FF-5FFBB4940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E81B9-4111-8660-E36F-F0752AB4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86F7-4F96-4419-AA95-4E4B52FCB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1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F022-BCE4-1716-B415-26476D561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776B8-25DF-BBCE-5D92-A3A9D1E10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0F0A7-1E2F-AC5B-A2BF-28D8E2A36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13CA-16D4-47F7-9D77-0D628DAF8B02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E1FF6-26C3-0323-C878-12FEC1BA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93198-7ED7-EB3C-7563-F70F13B7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86F7-4F96-4419-AA95-4E4B52FCB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760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F8BAD-2485-D5FE-C2FF-03AC51BC51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4B48D-96ED-6E2B-79A5-54F9D6A29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3E630-844E-0EB8-F5C8-1550C129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13CA-16D4-47F7-9D77-0D628DAF8B02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0347D-EDD0-B6D5-66F5-DBCA8C2D7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60E6C-ACA3-1BB4-515B-789D1D94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86F7-4F96-4419-AA95-4E4B52FCB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99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859B96-7DEB-6100-FAB6-49382B3A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81D9E-31BF-87ED-6211-2F42182BF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729A0-9EE3-6F8B-D724-9D3CE6E50A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613CA-16D4-47F7-9D77-0D628DAF8B02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06289-FE0C-151F-11C3-6D0EE910C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C3FAF-91F0-A3EF-43E4-5BE5C4844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C86F7-4F96-4419-AA95-4E4B52FCB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3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tion of deformable body">
            <a:extLst>
              <a:ext uri="{FF2B5EF4-FFF2-40B4-BE49-F238E27FC236}">
                <a16:creationId xmlns:a16="http://schemas.microsoft.com/office/drawing/2014/main" id="{8680CF1E-E058-5E83-D059-4875FE802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97" y="538032"/>
            <a:ext cx="5002636" cy="3453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15AFD7-F336-B9F9-2CB4-4B6899F5C109}"/>
                  </a:ext>
                </a:extLst>
              </p:cNvPr>
              <p:cNvSpPr txBox="1"/>
              <p:nvPr/>
            </p:nvSpPr>
            <p:spPr>
              <a:xfrm>
                <a:off x="7725738" y="4551403"/>
                <a:ext cx="5714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ℬ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15AFD7-F336-B9F9-2CB4-4B6899F5C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738" y="4551403"/>
                <a:ext cx="57149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9B7258A9-1334-0216-E38E-232AAD32407B}"/>
              </a:ext>
            </a:extLst>
          </p:cNvPr>
          <p:cNvGrpSpPr/>
          <p:nvPr/>
        </p:nvGrpSpPr>
        <p:grpSpPr>
          <a:xfrm>
            <a:off x="6301466" y="616552"/>
            <a:ext cx="4641343" cy="3318966"/>
            <a:chOff x="6301466" y="616552"/>
            <a:chExt cx="4641343" cy="331896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5DE6002-76B6-07C7-7EBC-78E106F85B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6313" y="793542"/>
              <a:ext cx="0" cy="280055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6607B2D-31CF-A622-B1EF-75E109EFCEC4}"/>
                </a:ext>
              </a:extLst>
            </p:cNvPr>
            <p:cNvCxnSpPr>
              <a:cxnSpLocks/>
            </p:cNvCxnSpPr>
            <p:nvPr/>
          </p:nvCxnSpPr>
          <p:spPr>
            <a:xfrm>
              <a:off x="6766313" y="3594100"/>
              <a:ext cx="400328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0E260F4-AA93-1FDA-E7F0-62FA16BCA1B3}"/>
                </a:ext>
              </a:extLst>
            </p:cNvPr>
            <p:cNvSpPr/>
            <p:nvPr/>
          </p:nvSpPr>
          <p:spPr>
            <a:xfrm>
              <a:off x="7509284" y="1466819"/>
              <a:ext cx="1004408" cy="1370736"/>
            </a:xfrm>
            <a:custGeom>
              <a:avLst/>
              <a:gdLst>
                <a:gd name="connsiteX0" fmla="*/ 212763 w 1147917"/>
                <a:gd name="connsiteY0" fmla="*/ 368331 h 1566585"/>
                <a:gd name="connsiteX1" fmla="*/ 9563 w 1147917"/>
                <a:gd name="connsiteY1" fmla="*/ 812831 h 1566585"/>
                <a:gd name="connsiteX2" fmla="*/ 104813 w 1147917"/>
                <a:gd name="connsiteY2" fmla="*/ 1377981 h 1566585"/>
                <a:gd name="connsiteX3" fmla="*/ 714413 w 1147917"/>
                <a:gd name="connsiteY3" fmla="*/ 1543081 h 1566585"/>
                <a:gd name="connsiteX4" fmla="*/ 1146213 w 1147917"/>
                <a:gd name="connsiteY4" fmla="*/ 927131 h 1566585"/>
                <a:gd name="connsiteX5" fmla="*/ 860463 w 1147917"/>
                <a:gd name="connsiteY5" fmla="*/ 374681 h 1566585"/>
                <a:gd name="connsiteX6" fmla="*/ 746163 w 1147917"/>
                <a:gd name="connsiteY6" fmla="*/ 31 h 1566585"/>
                <a:gd name="connsiteX7" fmla="*/ 212763 w 1147917"/>
                <a:gd name="connsiteY7" fmla="*/ 368331 h 156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7917" h="1566585">
                  <a:moveTo>
                    <a:pt x="212763" y="368331"/>
                  </a:moveTo>
                  <a:cubicBezTo>
                    <a:pt x="89996" y="503798"/>
                    <a:pt x="27555" y="644556"/>
                    <a:pt x="9563" y="812831"/>
                  </a:cubicBezTo>
                  <a:cubicBezTo>
                    <a:pt x="-8429" y="981106"/>
                    <a:pt x="-12662" y="1256273"/>
                    <a:pt x="104813" y="1377981"/>
                  </a:cubicBezTo>
                  <a:cubicBezTo>
                    <a:pt x="222288" y="1499689"/>
                    <a:pt x="540846" y="1618223"/>
                    <a:pt x="714413" y="1543081"/>
                  </a:cubicBezTo>
                  <a:cubicBezTo>
                    <a:pt x="887980" y="1467939"/>
                    <a:pt x="1121871" y="1121864"/>
                    <a:pt x="1146213" y="927131"/>
                  </a:cubicBezTo>
                  <a:cubicBezTo>
                    <a:pt x="1170555" y="732398"/>
                    <a:pt x="927138" y="529198"/>
                    <a:pt x="860463" y="374681"/>
                  </a:cubicBezTo>
                  <a:cubicBezTo>
                    <a:pt x="793788" y="220164"/>
                    <a:pt x="854113" y="3206"/>
                    <a:pt x="746163" y="31"/>
                  </a:cubicBezTo>
                  <a:cubicBezTo>
                    <a:pt x="638213" y="-3144"/>
                    <a:pt x="335530" y="232864"/>
                    <a:pt x="212763" y="368331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580612F-784E-F8EC-1E3B-4D5FE8CB1419}"/>
                </a:ext>
              </a:extLst>
            </p:cNvPr>
            <p:cNvSpPr/>
            <p:nvPr/>
          </p:nvSpPr>
          <p:spPr>
            <a:xfrm>
              <a:off x="9256662" y="991519"/>
              <a:ext cx="1004409" cy="1467704"/>
            </a:xfrm>
            <a:custGeom>
              <a:avLst/>
              <a:gdLst>
                <a:gd name="connsiteX0" fmla="*/ 560275 w 1202091"/>
                <a:gd name="connsiteY0" fmla="*/ 32604 h 1756569"/>
                <a:gd name="connsiteX1" fmla="*/ 179275 w 1202091"/>
                <a:gd name="connsiteY1" fmla="*/ 64354 h 1756569"/>
                <a:gd name="connsiteX2" fmla="*/ 1475 w 1202091"/>
                <a:gd name="connsiteY2" fmla="*/ 502504 h 1756569"/>
                <a:gd name="connsiteX3" fmla="*/ 268175 w 1202091"/>
                <a:gd name="connsiteY3" fmla="*/ 1391504 h 1756569"/>
                <a:gd name="connsiteX4" fmla="*/ 731725 w 1202091"/>
                <a:gd name="connsiteY4" fmla="*/ 1740754 h 1756569"/>
                <a:gd name="connsiteX5" fmla="*/ 1201625 w 1202091"/>
                <a:gd name="connsiteY5" fmla="*/ 927954 h 1756569"/>
                <a:gd name="connsiteX6" fmla="*/ 814275 w 1202091"/>
                <a:gd name="connsiteY6" fmla="*/ 356454 h 1756569"/>
                <a:gd name="connsiteX7" fmla="*/ 560275 w 1202091"/>
                <a:gd name="connsiteY7" fmla="*/ 32604 h 1756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2091" h="1756569">
                  <a:moveTo>
                    <a:pt x="560275" y="32604"/>
                  </a:moveTo>
                  <a:cubicBezTo>
                    <a:pt x="454442" y="-16079"/>
                    <a:pt x="272408" y="-13963"/>
                    <a:pt x="179275" y="64354"/>
                  </a:cubicBezTo>
                  <a:cubicBezTo>
                    <a:pt x="86142" y="142671"/>
                    <a:pt x="-13342" y="281312"/>
                    <a:pt x="1475" y="502504"/>
                  </a:cubicBezTo>
                  <a:cubicBezTo>
                    <a:pt x="16292" y="723696"/>
                    <a:pt x="146467" y="1185129"/>
                    <a:pt x="268175" y="1391504"/>
                  </a:cubicBezTo>
                  <a:cubicBezTo>
                    <a:pt x="389883" y="1597879"/>
                    <a:pt x="576150" y="1818012"/>
                    <a:pt x="731725" y="1740754"/>
                  </a:cubicBezTo>
                  <a:cubicBezTo>
                    <a:pt x="887300" y="1663496"/>
                    <a:pt x="1187867" y="1158671"/>
                    <a:pt x="1201625" y="927954"/>
                  </a:cubicBezTo>
                  <a:cubicBezTo>
                    <a:pt x="1215383" y="697237"/>
                    <a:pt x="921167" y="505679"/>
                    <a:pt x="814275" y="356454"/>
                  </a:cubicBezTo>
                  <a:cubicBezTo>
                    <a:pt x="707383" y="207229"/>
                    <a:pt x="666108" y="81287"/>
                    <a:pt x="560275" y="32604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CA9718-D336-A178-0566-1F9AEAF7B107}"/>
                </a:ext>
              </a:extLst>
            </p:cNvPr>
            <p:cNvSpPr/>
            <p:nvPr/>
          </p:nvSpPr>
          <p:spPr>
            <a:xfrm>
              <a:off x="7756605" y="2311062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6846E3F-DAE3-AA01-B577-F1D112EAFEBC}"/>
                </a:ext>
              </a:extLst>
            </p:cNvPr>
            <p:cNvSpPr/>
            <p:nvPr/>
          </p:nvSpPr>
          <p:spPr>
            <a:xfrm>
              <a:off x="9602268" y="1573356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4B3C3CC-778A-FE86-E702-7CB1F6E5ED25}"/>
                </a:ext>
              </a:extLst>
            </p:cNvPr>
            <p:cNvCxnSpPr>
              <a:cxnSpLocks/>
              <a:endCxn id="17" idx="3"/>
            </p:cNvCxnSpPr>
            <p:nvPr/>
          </p:nvCxnSpPr>
          <p:spPr>
            <a:xfrm flipV="1">
              <a:off x="6766312" y="2389111"/>
              <a:ext cx="1003684" cy="120498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  <a:tailEnd type="stealth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22653CD-8203-3F04-E0E5-338F271DA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6312" y="1664796"/>
              <a:ext cx="2835956" cy="1929304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  <a:tailEnd type="stealth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3C6945F-507B-933C-6B53-2543E6F996D9}"/>
                    </a:ext>
                  </a:extLst>
                </p:cNvPr>
                <p:cNvSpPr txBox="1"/>
                <p:nvPr/>
              </p:nvSpPr>
              <p:spPr>
                <a:xfrm>
                  <a:off x="7565013" y="1998862"/>
                  <a:ext cx="125127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1400" b="1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  <a:p>
                  <a:endParaRPr lang="en-US" sz="1400" b="1" dirty="0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3C6945F-507B-933C-6B53-2543E6F99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5013" y="1998862"/>
                  <a:ext cx="125127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77B6353-5849-B625-289D-E73FB124D1E4}"/>
                    </a:ext>
                  </a:extLst>
                </p:cNvPr>
                <p:cNvSpPr txBox="1"/>
                <p:nvPr/>
              </p:nvSpPr>
              <p:spPr>
                <a:xfrm>
                  <a:off x="9400376" y="1301354"/>
                  <a:ext cx="12422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1400" b="1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77B6353-5849-B625-289D-E73FB124D1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0376" y="1301354"/>
                  <a:ext cx="1242262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A9BB878-3376-0382-0229-105D9E872D50}"/>
                </a:ext>
              </a:extLst>
            </p:cNvPr>
            <p:cNvSpPr/>
            <p:nvPr/>
          </p:nvSpPr>
          <p:spPr>
            <a:xfrm rot="420909">
              <a:off x="8121458" y="894736"/>
              <a:ext cx="1073150" cy="496833"/>
            </a:xfrm>
            <a:custGeom>
              <a:avLst/>
              <a:gdLst>
                <a:gd name="connsiteX0" fmla="*/ 0 w 1073150"/>
                <a:gd name="connsiteY0" fmla="*/ 496833 h 496833"/>
                <a:gd name="connsiteX1" fmla="*/ 342900 w 1073150"/>
                <a:gd name="connsiteY1" fmla="*/ 122183 h 496833"/>
                <a:gd name="connsiteX2" fmla="*/ 679450 w 1073150"/>
                <a:gd name="connsiteY2" fmla="*/ 1533 h 496833"/>
                <a:gd name="connsiteX3" fmla="*/ 1073150 w 1073150"/>
                <a:gd name="connsiteY3" fmla="*/ 65033 h 49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3150" h="496833">
                  <a:moveTo>
                    <a:pt x="0" y="496833"/>
                  </a:moveTo>
                  <a:cubicBezTo>
                    <a:pt x="114829" y="350783"/>
                    <a:pt x="229658" y="204733"/>
                    <a:pt x="342900" y="122183"/>
                  </a:cubicBezTo>
                  <a:cubicBezTo>
                    <a:pt x="456142" y="39633"/>
                    <a:pt x="557742" y="11058"/>
                    <a:pt x="679450" y="1533"/>
                  </a:cubicBezTo>
                  <a:cubicBezTo>
                    <a:pt x="801158" y="-7992"/>
                    <a:pt x="937154" y="28520"/>
                    <a:pt x="1073150" y="65033"/>
                  </a:cubicBezTo>
                </a:path>
              </a:pathLst>
            </a:custGeom>
            <a:noFill/>
            <a:ln w="12700">
              <a:tailEnd type="stealth" w="med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0855768-4E7B-4444-A4F5-353364859622}"/>
                    </a:ext>
                  </a:extLst>
                </p:cNvPr>
                <p:cNvSpPr txBox="1"/>
                <p:nvPr/>
              </p:nvSpPr>
              <p:spPr>
                <a:xfrm>
                  <a:off x="8190649" y="616552"/>
                  <a:ext cx="5714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0855768-4E7B-4444-A4F5-3533648596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0649" y="616552"/>
                  <a:ext cx="571499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40D5D2A-0515-B6CE-DD03-BDB3FAA7D428}"/>
                    </a:ext>
                  </a:extLst>
                </p:cNvPr>
                <p:cNvSpPr txBox="1"/>
                <p:nvPr/>
              </p:nvSpPr>
              <p:spPr>
                <a:xfrm>
                  <a:off x="7686903" y="2797431"/>
                  <a:ext cx="89842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40D5D2A-0515-B6CE-DD03-BDB3FAA7D4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6903" y="2797431"/>
                  <a:ext cx="898424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9790686-804A-DACA-7B6B-6DFF8F47593C}"/>
                    </a:ext>
                  </a:extLst>
                </p:cNvPr>
                <p:cNvSpPr txBox="1"/>
                <p:nvPr/>
              </p:nvSpPr>
              <p:spPr>
                <a:xfrm>
                  <a:off x="9461933" y="2431693"/>
                  <a:ext cx="89842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9790686-804A-DACA-7B6B-6DFF8F4759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1933" y="2431693"/>
                  <a:ext cx="898424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32F465D-4AA5-0AE0-EC59-A511C8719393}"/>
                </a:ext>
              </a:extLst>
            </p:cNvPr>
            <p:cNvSpPr txBox="1"/>
            <p:nvPr/>
          </p:nvSpPr>
          <p:spPr>
            <a:xfrm>
              <a:off x="7314035" y="2994362"/>
              <a:ext cx="196640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Undeformed configuration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481A949-0C6C-60C5-CF32-77A28DFC5E15}"/>
                </a:ext>
              </a:extLst>
            </p:cNvPr>
            <p:cNvSpPr txBox="1"/>
            <p:nvPr/>
          </p:nvSpPr>
          <p:spPr>
            <a:xfrm>
              <a:off x="8941368" y="2648383"/>
              <a:ext cx="196640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Deformed configuration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60C3434-677F-7C62-85F0-C47D1EDF31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6312" y="2724563"/>
              <a:ext cx="474909" cy="86953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8A95EB5-8580-4AC6-354C-87593DAE3C0F}"/>
                    </a:ext>
                  </a:extLst>
                </p:cNvPr>
                <p:cNvSpPr txBox="1"/>
                <p:nvPr/>
              </p:nvSpPr>
              <p:spPr>
                <a:xfrm>
                  <a:off x="10298800" y="3566186"/>
                  <a:ext cx="6440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8A95EB5-8580-4AC6-354C-87593DAE3C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8800" y="3566186"/>
                  <a:ext cx="64400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3F7F724-DCB1-0150-8975-BC68D328D60F}"/>
                    </a:ext>
                  </a:extLst>
                </p:cNvPr>
                <p:cNvSpPr txBox="1"/>
                <p:nvPr/>
              </p:nvSpPr>
              <p:spPr>
                <a:xfrm>
                  <a:off x="6301466" y="830030"/>
                  <a:ext cx="6440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3F7F724-DCB1-0150-8975-BC68D328D6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1466" y="830030"/>
                  <a:ext cx="64400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856A45C-21D2-D0BD-20AB-ECFA4C4475FB}"/>
                    </a:ext>
                  </a:extLst>
                </p:cNvPr>
                <p:cNvSpPr txBox="1"/>
                <p:nvPr/>
              </p:nvSpPr>
              <p:spPr>
                <a:xfrm>
                  <a:off x="6720592" y="2475478"/>
                  <a:ext cx="6440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856A45C-21D2-D0BD-20AB-ECFA4C447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0592" y="2475478"/>
                  <a:ext cx="64400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68413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Choi, Yong Jin</dc:creator>
  <cp:lastModifiedBy>Choi, Yong Jin</cp:lastModifiedBy>
  <cp:revision>1</cp:revision>
  <dcterms:created xsi:type="dcterms:W3CDTF">2025-01-17T15:11:16Z</dcterms:created>
  <dcterms:modified xsi:type="dcterms:W3CDTF">2025-01-17T15:40:36Z</dcterms:modified>
</cp:coreProperties>
</file>